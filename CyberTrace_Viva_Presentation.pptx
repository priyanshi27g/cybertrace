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-648" y="-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C7C17-EEB2-4B01-B13C-496B1DA18050}" type="datetimeFigureOut">
              <a:rPr lang="en-IN" smtClean="0"/>
              <a:pPr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11D3E-F6AF-4B88-A43F-59C5FF1337BF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316603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C7C17-EEB2-4B01-B13C-496B1DA18050}" type="datetimeFigureOut">
              <a:rPr lang="en-IN" smtClean="0"/>
              <a:pPr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11D3E-F6AF-4B88-A43F-59C5FF1337B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234164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C7C17-EEB2-4B01-B13C-496B1DA18050}" type="datetimeFigureOut">
              <a:rPr lang="en-IN" smtClean="0"/>
              <a:pPr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11D3E-F6AF-4B88-A43F-59C5FF1337BF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549993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C7C17-EEB2-4B01-B13C-496B1DA18050}" type="datetimeFigureOut">
              <a:rPr lang="en-IN" smtClean="0"/>
              <a:pPr/>
              <a:t>08-10-2026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11D3E-F6AF-4B88-A43F-59C5FF1337B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4940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C7C17-EEB2-4B01-B13C-496B1DA18050}" type="datetimeFigureOut">
              <a:rPr lang="en-IN" smtClean="0"/>
              <a:pPr/>
              <a:t>08-10-2026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11D3E-F6AF-4B88-A43F-59C5FF1337B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46824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C7C17-EEB2-4B01-B13C-496B1DA18050}" type="datetimeFigureOut">
              <a:rPr lang="en-IN" smtClean="0"/>
              <a:pPr/>
              <a:t>08-10-2026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11D3E-F6AF-4B88-A43F-59C5FF1337B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62857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C7C17-EEB2-4B01-B13C-496B1DA18050}" type="datetimeFigureOut">
              <a:rPr lang="en-IN" smtClean="0"/>
              <a:pPr/>
              <a:t>08-10-2026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11D3E-F6AF-4B88-A43F-59C5FF1337B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39514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F0C7C17-EEB2-4B01-B13C-496B1DA18050}" type="datetimeFigureOut">
              <a:rPr lang="en-IN" smtClean="0"/>
              <a:pPr/>
              <a:t>08-10-2026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1D11D3E-F6AF-4B88-A43F-59C5FF1337B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5896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C7C17-EEB2-4B01-B13C-496B1DA18050}" type="datetimeFigureOut">
              <a:rPr lang="en-IN" smtClean="0"/>
              <a:pPr/>
              <a:t>08-10-2026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11D3E-F6AF-4B88-A43F-59C5FF1337B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05746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C7C17-EEB2-4B01-B13C-496B1DA18050}" type="datetimeFigureOut">
              <a:rPr lang="en-IN" smtClean="0"/>
              <a:pPr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11D3E-F6AF-4B88-A43F-59C5FF1337B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59433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C7C17-EEB2-4B01-B13C-496B1DA18050}" type="datetimeFigureOut">
              <a:rPr lang="en-IN" smtClean="0"/>
              <a:pPr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11D3E-F6AF-4B88-A43F-59C5FF1337B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947528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F0C7C17-EEB2-4B01-B13C-496B1DA18050}" type="datetimeFigureOut">
              <a:rPr lang="en-IN" smtClean="0"/>
              <a:pPr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1D11D3E-F6AF-4B88-A43F-59C5FF1337BF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20832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Indore Institute of Science &amp;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0F0"/>
                </a:solidFill>
              </a:rPr>
              <a:t>Department of Information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2060"/>
                </a:solidFill>
              </a:rPr>
              <a:t>A Minor Project Presentation 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828800"/>
            <a:ext cx="9418320" cy="14630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1828800"/>
            <a:ext cx="73152" cy="1463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16768" y="1828800"/>
            <a:ext cx="73152" cy="1463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9202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CYBERTRACE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23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0F0"/>
                </a:solidFill>
              </a:rPr>
              <a:t>Real-Time Network Security Monitoring
&amp; Anomaly Detection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3520440"/>
            <a:ext cx="9784080" cy="190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</a:rPr>
              <a:t>Guided By: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[Professor Name]
Department of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7033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</a:rPr>
              <a:t>Presented By: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11480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Priyanshi Gupta  [Enrollment No.]
[Team Member Names]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0292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2060"/>
                </a:solidFill>
              </a:rPr>
              <a:t>Academic Year: 2024 – 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xmlns="" val="4203609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280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Topics Covered in This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029200" cy="56692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502920" cy="5669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002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Proposed Area &amp; Topic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08760"/>
            <a:ext cx="5029200" cy="56692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508760"/>
            <a:ext cx="502920" cy="5669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636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6002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67128"/>
            <a:ext cx="5029200" cy="56692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167128"/>
            <a:ext cx="502920" cy="5669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219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258568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167128"/>
            <a:ext cx="5029200" cy="56692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167128"/>
            <a:ext cx="502920" cy="5669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2219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258568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Proposed Methodology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825496"/>
            <a:ext cx="5029200" cy="56692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2825496"/>
            <a:ext cx="502920" cy="5669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2916936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Technical Details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825496"/>
            <a:ext cx="5029200" cy="56692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2825496"/>
            <a:ext cx="502920" cy="5669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2916936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Expected Outcome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483864"/>
            <a:ext cx="5029200" cy="56692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3483864"/>
            <a:ext cx="502920" cy="5669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5387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3575304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xmlns="" val="2469800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280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Proposed Area &amp;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Problem Domain  |  Research Focus  | 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303520" cy="5120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30352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9339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02020"/>
                </a:solidFill>
              </a:rPr>
              <a:t>• Cybersecurity &amp; Network Traffic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02020"/>
                </a:solidFill>
              </a:rPr>
              <a:t>• Intrusion Detection Systems (IDS)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2724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02020"/>
                </a:solidFill>
              </a:rPr>
              <a:t>• Real-time Packet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MOTIVATION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Cyber attacks are rising exponentially. Traditional monitoring tools are complex and siloed. CyberTrace aims to bring clarity and simplicity to network threat detection using open-source technology.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417320"/>
            <a:ext cx="5669280" cy="51206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417320"/>
            <a:ext cx="566928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99339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B0F0"/>
                </a:solidFill>
              </a:rPr>
              <a:t>CyberTrace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54203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Real-Time Network Security Monitoring
&amp; Anomaly Detection 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291840"/>
            <a:ext cx="5029200" cy="190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429000"/>
            <a:ext cx="5303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The project captures live or recorded network packets, passes them through anomaly detection engines (rule-based + ML thresholding), and displays real-time metrics on a modern web dashboard built with React + FastAPI.</a:t>
            </a:r>
          </a:p>
        </p:txBody>
      </p:sp>
    </p:spTree>
    <p:extLst>
      <p:ext uri="{BB962C8B-B14F-4D97-AF65-F5344CB8AC3E}">
        <p14:creationId xmlns:p14="http://schemas.microsoft.com/office/powerpoint/2010/main" xmlns="" val="11513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280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What is CyberTrace?  |  Why does it matter?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7772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91440" cy="7772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3619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FFFFFF"/>
                </a:solidFill>
              </a:rPr>
              <a:t>"CyberTrace bridges raw network data and actionable security intelligence — in real time."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356616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356616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99232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Captures &amp; parses live or PCAP-based network packets and runs them through multiple detection algorithms to flag threats automatically.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377440"/>
            <a:ext cx="356616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377440"/>
            <a:ext cx="356616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423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999232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A decoupled architecture: Scapy handles capture, FastAPI serves a RESTful API, and React renders beautiful, real-time dashboards.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377440"/>
            <a:ext cx="356616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2377440"/>
            <a:ext cx="356616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423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999232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Early threat detection reduces incident response time. CyberTrace makes that accessible to students and small teams without enterprise cost.</a:t>
            </a:r>
          </a:p>
        </p:txBody>
      </p:sp>
    </p:spTree>
    <p:extLst>
      <p:ext uri="{BB962C8B-B14F-4D97-AF65-F5344CB8AC3E}">
        <p14:creationId xmlns:p14="http://schemas.microsoft.com/office/powerpoint/2010/main" xmlns="" val="2015694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280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Clear Goals for the CyberTrace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10972800" cy="6858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548640" cy="685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527048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904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Packet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49047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Efficiently capture and parse live or file-based network traffic using Scapy.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194560"/>
            <a:ext cx="10972800" cy="6858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194560"/>
            <a:ext cx="548640" cy="685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304288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2677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564"/>
                </a:solidFill>
              </a:rPr>
              <a:t>Anomaly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26771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0C0"/>
                </a:solidFill>
              </a:rPr>
              <a:t>Detect threats like DoS attacks, Port Scans, and DNS anomalies in real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971800"/>
            <a:ext cx="10972800" cy="6858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2971800"/>
            <a:ext cx="548640" cy="685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3081528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0449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Web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0449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Provide an intuitive, responsive UI to visualize traffic metrics and alerts.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749040"/>
            <a:ext cx="10972800" cy="6858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749040"/>
            <a:ext cx="548640" cy="685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858768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8221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564"/>
                </a:solidFill>
              </a:rPr>
              <a:t>PCAP Forensics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8221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0C0"/>
                </a:solidFill>
              </a:rPr>
              <a:t>Allow post-incident analysis by uploading .pcap files for offline investigation.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526280"/>
            <a:ext cx="10972800" cy="6858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4526280"/>
            <a:ext cx="548640" cy="685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4636008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5994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Decoupled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45994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Implement a modern, scalable architecture (FastAPI backend + React frontend).</a:t>
            </a:r>
          </a:p>
        </p:txBody>
      </p:sp>
    </p:spTree>
    <p:extLst>
      <p:ext uri="{BB962C8B-B14F-4D97-AF65-F5344CB8AC3E}">
        <p14:creationId xmlns:p14="http://schemas.microsoft.com/office/powerpoint/2010/main" xmlns="" val="1958687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280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Proposed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System Architecture  |  Data Flow  |  Algorithm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2120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005840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463040"/>
            <a:ext cx="969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Layer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874520"/>
            <a:ext cx="969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Data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508760"/>
            <a:ext cx="3931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Scapy sniffs packets from network interface OR reads .pcap files via PCAPReader class.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920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00000"/>
                </a:solidFill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52120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005840" cy="9601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606040"/>
            <a:ext cx="969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Layer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017520"/>
            <a:ext cx="969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Detection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651760"/>
            <a:ext cx="3931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Each packet is passed through DoSDetector, PortScanDetector, DNSAnomalyDetector, and MLAnomalyDetector.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063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00000"/>
                </a:solidFill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03320"/>
            <a:ext cx="52120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03320"/>
            <a:ext cx="1005840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749040"/>
            <a:ext cx="969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Layer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4160520"/>
            <a:ext cx="969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Backend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794760"/>
            <a:ext cx="3931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FastAPI exposes /api/metrics, /api/alerts, and /api/upload_pcap endpoints. WebSocket for live streaming.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00000"/>
                </a:solidFill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46320"/>
            <a:ext cx="52120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846320"/>
            <a:ext cx="1005840" cy="9601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4892040"/>
            <a:ext cx="969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Layer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5303520"/>
            <a:ext cx="969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Frontend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4937760"/>
            <a:ext cx="3931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React + Vite renders dashboards with charts, alert panels, and a PCAP Forensics upload page.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1417320"/>
            <a:ext cx="5394960" cy="46634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1417320"/>
            <a:ext cx="539496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1463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 Flow Summary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0116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Network Interface  ➜  Scapy Sniffer
         ⬇
Packet Parser (parse_packet)
         ⬇
Anomaly Detectors (4 Engines)
         ⬇
AlertManager  +  Database
         ⬇
FastAPI REST Endpoints
         ⬇
React Dashboard (Port 5173)</a:t>
            </a:r>
          </a:p>
        </p:txBody>
      </p:sp>
    </p:spTree>
    <p:extLst>
      <p:ext uri="{BB962C8B-B14F-4D97-AF65-F5344CB8AC3E}">
        <p14:creationId xmlns:p14="http://schemas.microsoft.com/office/powerpoint/2010/main" xmlns="" val="1287207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280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Technical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Hardware &amp; Software Requirements  |  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12064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120640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  Hardware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• Standard PC / Laptop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517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• Minimum 4 GB RAM (8 GB Recommended)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461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• Multi-core Processor (Intel i3+ / AMD Ryzen 3+)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404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• Network Interface Card (NIC) for live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348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• 500 MB free disk space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417320"/>
            <a:ext cx="5669280" cy="50292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417320"/>
            <a:ext cx="566928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463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💻  Tech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0299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F0"/>
                </a:solidFill>
              </a:rPr>
              <a:t>Language: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0299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Python 3.x  |  JavaScript (ES2022)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59689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F0"/>
                </a:solidFill>
              </a:rPr>
              <a:t>Capture: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59689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Scapy (Packet Sniffing &amp; PCAP Parsing)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16382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F0"/>
                </a:solidFill>
              </a:rPr>
              <a:t>Backend: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16382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FastAPI + Uvicorn (REST API, WebSocket)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7307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F0"/>
                </a:solidFill>
              </a:rPr>
              <a:t>Frontend: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7307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React JS + Vite + TailwindCSS + DaisyUI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F0"/>
                </a:solidFill>
              </a:rPr>
              <a:t>Charts: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297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Recharts (Interactive Data Visualizations)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8646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F0"/>
                </a:solidFill>
              </a:rPr>
              <a:t>Database: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8646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SQLite (via SQLAlchemy ORM)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43153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F0"/>
                </a:solidFill>
              </a:rPr>
              <a:t>OS Support: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543153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Linux (Recommended)  |  Windows</a:t>
            </a:r>
          </a:p>
        </p:txBody>
      </p:sp>
    </p:spTree>
    <p:extLst>
      <p:ext uri="{BB962C8B-B14F-4D97-AF65-F5344CB8AC3E}">
        <p14:creationId xmlns:p14="http://schemas.microsoft.com/office/powerpoint/2010/main" xmlns="" val="3420163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280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Expected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Deliverables  |  Results  | 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2120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212080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/>
              <a:t>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8191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</a:rPr>
              <a:t>Functional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A working system capable of real-time packet sniffing, anomaly detection, and alert generation.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17320"/>
            <a:ext cx="52120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17320"/>
            <a:ext cx="5212080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/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58191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</a:rPr>
              <a:t>Modern Web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031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A premium React-based UI with live metrics, chart visualizations, and a threat alert panel.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86200"/>
            <a:ext cx="52120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212080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/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05079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</a:rPr>
              <a:t>PCAP Forensics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72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Post-incident analysis by uploading .pcap files to extract packets and generate threat reports.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886200"/>
            <a:ext cx="52120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886200"/>
            <a:ext cx="5212080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/>
              <a:t>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05079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</a:rPr>
              <a:t>Scalable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572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A fully decoupled FastAPI + React pattern that can be easily extended for production use.</a:t>
            </a:r>
          </a:p>
        </p:txBody>
      </p:sp>
    </p:spTree>
    <p:extLst>
      <p:ext uri="{BB962C8B-B14F-4D97-AF65-F5344CB8AC3E}">
        <p14:creationId xmlns:p14="http://schemas.microsoft.com/office/powerpoint/2010/main" xmlns="" val="2745356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280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64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64008" cy="6583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[1]  RFC 793 – Transmission Control Protocol (TCP). IETF, 1981.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50008"/>
            <a:ext cx="11064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50008"/>
            <a:ext cx="64008" cy="6583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41448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[2]  Scapy Documentation – Packet Manipulation Library. https://scapy.net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99816"/>
            <a:ext cx="11064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099816"/>
            <a:ext cx="64008" cy="6583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91256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[3]  FastAPI Official Documentation – High Performance APIs with Python. https://fastapi.tiangolo.com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49624"/>
            <a:ext cx="11064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49624"/>
            <a:ext cx="64008" cy="6583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41064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[4]  React JS Official Documentation – A JavaScript Library for Building UIs. https://react.dev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99432"/>
            <a:ext cx="11064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599432"/>
            <a:ext cx="64008" cy="6583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690872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[5]  V. Chandola, A. Banerjee, V. Kumar – "Anomaly Detection: A Survey". ACM Computing Surveys, 2009.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349240"/>
            <a:ext cx="11064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349240"/>
            <a:ext cx="64008" cy="6583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4068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[6]  TailwindCSS &amp; DaisyUI Component Library – https://daisyui.com</a:t>
            </a:r>
          </a:p>
        </p:txBody>
      </p:sp>
    </p:spTree>
    <p:extLst>
      <p:ext uri="{BB962C8B-B14F-4D97-AF65-F5344CB8AC3E}">
        <p14:creationId xmlns:p14="http://schemas.microsoft.com/office/powerpoint/2010/main" xmlns="" val="223425693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</TotalTime>
  <Words>129</Words>
  <Application>Microsoft Office PowerPoint</Application>
  <PresentationFormat>Custom</PresentationFormat>
  <Paragraphs>43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Retrospect</vt:lpstr>
      <vt:lpstr>Indore Institute of Science &amp; Technology</vt:lpstr>
      <vt:lpstr>Outline</vt:lpstr>
      <vt:lpstr> Proposed Area and Topic  </vt:lpstr>
      <vt:lpstr>Introduction</vt:lpstr>
      <vt:lpstr>Objectives</vt:lpstr>
      <vt:lpstr>Proposed Methodology  </vt:lpstr>
      <vt:lpstr>Technical Details  </vt:lpstr>
      <vt:lpstr> Expected Outcome  </vt:lpstr>
      <vt:lpstr>  References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Indore Institute of Science &amp; Technology</dc:title>
  <dc:creator>IIST</dc:creator>
  <cp:lastModifiedBy>Admin</cp:lastModifiedBy>
  <cp:revision>6</cp:revision>
  <dcterms:created xsi:type="dcterms:W3CDTF">2026-09-21T09:01:15Z</dcterms:created>
  <dcterms:modified xsi:type="dcterms:W3CDTF">2026-10-08T13:18:44Z</dcterms:modified>
</cp:coreProperties>
</file>