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4995" autoAdjust="0"/>
    <p:restoredTop sz="94660"/>
  </p:normalViewPr>
  <p:slideViewPr>
    <p:cSldViewPr snapToGrid="0">
      <p:cViewPr varScale="1">
        <p:scale>
          <a:sx n="54" d="100"/>
          <a:sy n="54" d="100"/>
        </p:scale>
        <p:origin x="-648" y="-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8028800" cy="780288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C7C17-EEB2-4B01-B13C-496B1DA18050}" type="datetimeFigureOut">
              <a:rPr lang="en-IN" smtClean="0"/>
              <a:pPr/>
              <a:t>08-10-2026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11D3E-F6AF-4B88-A43F-59C5FF1337BF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33166032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C7C17-EEB2-4B01-B13C-496B1DA18050}" type="datetimeFigureOut">
              <a:rPr lang="en-IN" smtClean="0"/>
              <a:pPr/>
              <a:t>08-10-2026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11D3E-F6AF-4B88-A43F-59C5FF1337BF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xmlns="" val="42341646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C7C17-EEB2-4B01-B13C-496B1DA18050}" type="datetimeFigureOut">
              <a:rPr lang="en-IN" smtClean="0"/>
              <a:pPr/>
              <a:t>08-10-2026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11D3E-F6AF-4B88-A43F-59C5FF1337BF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15499936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C7C17-EEB2-4B01-B13C-496B1DA18050}" type="datetimeFigureOut">
              <a:rPr lang="en-IN" smtClean="0"/>
              <a:pPr/>
              <a:t>08-10-2026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11D3E-F6AF-4B88-A43F-59C5FF1337BF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xmlns="" val="2049404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C7C17-EEB2-4B01-B13C-496B1DA18050}" type="datetimeFigureOut">
              <a:rPr lang="en-IN" smtClean="0"/>
              <a:pPr/>
              <a:t>08-10-2026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11D3E-F6AF-4B88-A43F-59C5FF1337BF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xmlns="" val="2546824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C7C17-EEB2-4B01-B13C-496B1DA18050}" type="datetimeFigureOut">
              <a:rPr lang="en-IN" smtClean="0"/>
              <a:pPr/>
              <a:t>08-10-2026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11D3E-F6AF-4B88-A43F-59C5FF1337BF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xmlns="" val="33628571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C7C17-EEB2-4B01-B13C-496B1DA18050}" type="datetimeFigureOut">
              <a:rPr lang="en-IN" smtClean="0"/>
              <a:pPr/>
              <a:t>08-10-2026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11D3E-F6AF-4B88-A43F-59C5FF1337BF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xmlns="" val="11395140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DF0C7C17-EEB2-4B01-B13C-496B1DA18050}" type="datetimeFigureOut">
              <a:rPr lang="en-IN" smtClean="0"/>
              <a:pPr/>
              <a:t>08-10-2026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1D11D3E-F6AF-4B88-A43F-59C5FF1337BF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xmlns="" val="8589607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C7C17-EEB2-4B01-B13C-496B1DA18050}" type="datetimeFigureOut">
              <a:rPr lang="en-IN" smtClean="0"/>
              <a:pPr/>
              <a:t>08-10-2026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11D3E-F6AF-4B88-A43F-59C5FF1337BF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xmlns="" val="23057462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C7C17-EEB2-4B01-B13C-496B1DA18050}" type="datetimeFigureOut">
              <a:rPr lang="en-IN" smtClean="0"/>
              <a:pPr/>
              <a:t>08-10-2026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11D3E-F6AF-4B88-A43F-59C5FF1337BF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xmlns="" val="40594335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0C7C17-EEB2-4B01-B13C-496B1DA18050}" type="datetimeFigureOut">
              <a:rPr lang="en-IN" smtClean="0"/>
              <a:pPr/>
              <a:t>08-10-2026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11D3E-F6AF-4B88-A43F-59C5FF1337BF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xmlns="" val="299475283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0C7C17-EEB2-4B01-B13C-496B1DA18050}" type="datetimeFigureOut">
              <a:rPr lang="en-IN" smtClean="0"/>
              <a:pPr/>
              <a:t>08-10-2026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F1D11D3E-F6AF-4B88-A43F-59C5FF1337BF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1208320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273DA68-2384-4939-B9C9-A105C83508C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996461" y="626844"/>
            <a:ext cx="10058400" cy="712788"/>
          </a:xfrm>
        </p:spPr>
        <p:txBody>
          <a:bodyPr>
            <a:norm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Indore Institute of Science &amp; Technology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xmlns="" id="{9BA8973E-1A82-4E03-B214-168BD5D161BD}"/>
              </a:ext>
            </a:extLst>
          </p:cNvPr>
          <p:cNvSpPr txBox="1">
            <a:spLocks/>
          </p:cNvSpPr>
          <p:nvPr/>
        </p:nvSpPr>
        <p:spPr>
          <a:xfrm>
            <a:off x="1059473" y="1327761"/>
            <a:ext cx="10058400" cy="7127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</a:t>
            </a:r>
            <a:r>
              <a:rPr lang="en-US" sz="2800" b="1" dirty="0" smtClean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Information Technology</a:t>
            </a:r>
            <a:endParaRPr lang="en-IN" sz="2800" b="1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xmlns="" id="{5AF2900A-B366-4757-8928-A0C50A9C92C6}"/>
              </a:ext>
            </a:extLst>
          </p:cNvPr>
          <p:cNvSpPr txBox="1">
            <a:spLocks/>
          </p:cNvSpPr>
          <p:nvPr/>
        </p:nvSpPr>
        <p:spPr>
          <a:xfrm>
            <a:off x="873367" y="2291384"/>
            <a:ext cx="10058400" cy="712788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2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10000"/>
              </a:lnSpc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Minor Project Presentation </a:t>
            </a:r>
          </a:p>
          <a:p>
            <a:pPr algn="ctr">
              <a:lnSpc>
                <a:spcPct val="110000"/>
              </a:lnSpc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</a:t>
            </a:r>
            <a:endParaRPr lang="en-IN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22395664-DAA3-4E5D-82CF-755859089171}"/>
              </a:ext>
            </a:extLst>
          </p:cNvPr>
          <p:cNvSpPr txBox="1"/>
          <p:nvPr/>
        </p:nvSpPr>
        <p:spPr>
          <a:xfrm>
            <a:off x="4359517" y="3204227"/>
            <a:ext cx="29454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CyberTrace:</a:t>
            </a:r>
          </a:p>
          <a:p>
            <a:r>
              <a:t>Real-Time Network Security Monitoring &amp; Anomaly Detection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B18E6C25-6902-4F75-99A5-A373BE14D1AA}"/>
              </a:ext>
            </a:extLst>
          </p:cNvPr>
          <p:cNvSpPr txBox="1"/>
          <p:nvPr/>
        </p:nvSpPr>
        <p:spPr>
          <a:xfrm>
            <a:off x="133350" y="4590865"/>
            <a:ext cx="29454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Guided by:</a:t>
            </a:r>
            <a:endParaRPr lang="en-IN" sz="2000" b="1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97A3A192-1A39-44A6-AE29-9747DF837EA2}"/>
              </a:ext>
            </a:extLst>
          </p:cNvPr>
          <p:cNvSpPr txBox="1"/>
          <p:nvPr/>
        </p:nvSpPr>
        <p:spPr>
          <a:xfrm>
            <a:off x="7019192" y="4656841"/>
            <a:ext cx="29454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Presented by:</a:t>
            </a:r>
            <a:endParaRPr lang="en-IN" sz="2000" b="1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B3409DB2-1FE8-4826-8744-A720753D2B77}"/>
              </a:ext>
            </a:extLst>
          </p:cNvPr>
          <p:cNvSpPr txBox="1"/>
          <p:nvPr/>
        </p:nvSpPr>
        <p:spPr>
          <a:xfrm>
            <a:off x="7266844" y="5056951"/>
            <a:ext cx="38891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Priyanshi Gupta</a:t>
            </a:r>
          </a:p>
          <a:p>
            <a:r>
              <a:t>[Your Enrollment No]</a:t>
            </a:r>
          </a:p>
          <a:p>
            <a:r>
              <a:t>(All Team Members Name)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xmlns="" id="{19E0F19D-A766-414B-A1B6-ED3C548294E9}"/>
              </a:ext>
            </a:extLst>
          </p:cNvPr>
          <p:cNvCxnSpPr/>
          <p:nvPr/>
        </p:nvCxnSpPr>
        <p:spPr>
          <a:xfrm>
            <a:off x="1679331" y="4106008"/>
            <a:ext cx="881868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42036093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719846B-0F82-4701-98EC-32957AF09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  <a:endParaRPr lang="en-IN" sz="3600" b="1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xmlns="" id="{1B822793-01B6-42C8-A940-728307C3301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97280" y="2167116"/>
            <a:ext cx="3156826" cy="25237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Wingdings" panose="05000000000000000000" pitchFamily="2" charset="2"/>
              <a:buChar char="Ø"/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Proposed Area and Topic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Wingdings" panose="05000000000000000000" pitchFamily="2" charset="2"/>
              <a:buChar char="Ø"/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Introduction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Wingdings" panose="05000000000000000000" pitchFamily="2" charset="2"/>
              <a:buChar char="Ø"/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Objectives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Wingdings" panose="05000000000000000000" pitchFamily="2" charset="2"/>
              <a:buChar char="Ø"/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Proposed Methodology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Wingdings" panose="05000000000000000000" pitchFamily="2" charset="2"/>
              <a:buChar char="Ø"/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Technical Details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Wingdings" panose="05000000000000000000" pitchFamily="2" charset="2"/>
              <a:buChar char="Ø"/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Expected Outcome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 typeface="Wingdings" panose="05000000000000000000" pitchFamily="2" charset="2"/>
              <a:buChar char="Ø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References</a:t>
            </a:r>
            <a:endParaRPr kumimoji="0" lang="en-US" altLang="en-US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24698001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EA8609D-8E66-40E2-98A6-FD8FDFF044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1471506"/>
            <a:ext cx="10058400" cy="805701"/>
          </a:xfrm>
        </p:spPr>
        <p:txBody>
          <a:bodyPr>
            <a:noAutofit/>
          </a:bodyPr>
          <a:lstStyle/>
          <a:p>
            <a:pPr algn="ctr"/>
            <a:r>
              <a:rPr lang="en-US" altLang="en-US" sz="3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altLang="en-US" sz="3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en-US" sz="32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Proposed Area and Topic </a:t>
            </a:r>
            <a:r>
              <a:rPr lang="en-US" altLang="en-US" sz="4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altLang="en-US" sz="4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44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9F24429E-8ADF-4CFF-8130-493250F0A1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Area: Cybersecurity &amp; Network Traffic Analysis</a:t>
            </a:r>
            <a:br/>
            <a:br/>
            <a:r>
              <a:t>Topic: CyberTrace - A system to monitor network traffic in real-time, detect potential anomalies, and present actionable insights via an intuitive dashboard.</a:t>
            </a:r>
            <a:br/>
            <a:br/>
            <a:r>
              <a:t>We chose this because network threats are increasing rapidly, and detecting them with a clear, decoupled web architecture helps in quick response.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115137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BF47D0E-7972-41CE-AE0B-E330DA892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altLang="en-US" sz="36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en-IN" sz="3600" b="1" dirty="0">
              <a:solidFill>
                <a:srgbClr val="C0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0759239-5F97-4CFB-B688-D435AAA043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CyberTrace bridges the gap between raw network packet data and readable security intelligence.</a:t>
            </a:r>
            <a:br/>
            <a:br/>
            <a:r>
              <a:t>It is designed to capture packets (live or via PCAP files), analyze them for suspicious behavior, and display metrics, protocol distributions, and threat alerts in a modern, easy-to-understand web interface.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20156940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E6EFB0F-F2AE-4B8E-BB0E-FF4478BEB7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altLang="en-US" sz="36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  <a:endParaRPr lang="en-IN" sz="3600" b="1" dirty="0">
              <a:solidFill>
                <a:srgbClr val="C0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89DA57D-29E8-466E-A7AE-6A1249B580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To capture and parse network traffic efficiently.</a:t>
            </a:r>
            <a:br/>
            <a:r>
              <a:t>2. To detect basic network anomalies (e.g., DoS, Port Scans) and generate alerts.</a:t>
            </a:r>
            <a:br/>
            <a:r>
              <a:t>3. To provide a user-friendly, responsive dashboard for data visualization.</a:t>
            </a:r>
            <a:br/>
            <a:r>
              <a:t>4. To support post-incident forensics via PCAP file uploads.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9586874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75FAAC2-125F-441F-977E-344BA1196A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16523"/>
            <a:ext cx="10058400" cy="2031023"/>
          </a:xfrm>
        </p:spPr>
        <p:txBody>
          <a:bodyPr>
            <a:normAutofit/>
          </a:bodyPr>
          <a:lstStyle/>
          <a:p>
            <a:pPr algn="ctr"/>
            <a:r>
              <a:rPr lang="en-US" altLang="en-US" sz="36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Proposed Methodology </a:t>
            </a:r>
            <a:r>
              <a:rPr lang="en-US" alt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alt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7EBD0AC-FEE9-4C73-9025-A5F9EC0B59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t>1. Data Capture Layer: Using Python packet sniffing (e.g., Scapy) to read network interfaces or historical PCAP files.</a:t>
            </a:r>
            <a:br/>
            <a:r>
              <a:t>2. Detection Engine Layer: Applying rule-based and basic ML threshold analysis to identify suspicious patterns.</a:t>
            </a:r>
            <a:br/>
            <a:r>
              <a:t>3. Backend API Layer: A decoupled FastAPI server to process data and serve it efficiently.</a:t>
            </a:r>
            <a:br/>
            <a:r>
              <a:t>4. Frontend UI Layer: A dynamic React-based dashboard for real-time visualization and alerting.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2872075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58A4DC4-049B-4B23-8B0A-5D2A49FB3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altLang="en-US" sz="32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Technical Details </a:t>
            </a:r>
            <a:r>
              <a:rPr lang="en-US" altLang="en-US" sz="3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altLang="en-US" sz="3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312BD63-0F89-48BF-B287-D8607732BA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Hardware Requirements:</a:t>
            </a:r>
            <a:br/>
            <a:r>
              <a:t>- Standard PC/Laptop (Minimum 4GB RAM, Multi-core Processor)</a:t>
            </a:r>
            <a:br/>
            <a:r>
              <a:t>- Network Interface Card (NIC)</a:t>
            </a:r>
            <a:br/>
            <a:br/>
            <a:r>
              <a:t>Software Requirements:</a:t>
            </a:r>
            <a:br/>
            <a:r>
              <a:t>- Backend: Python (FastAPI, Scapy)</a:t>
            </a:r>
            <a:br/>
            <a:r>
              <a:t>- Frontend: React JS, Vite, TailwindCSS</a:t>
            </a:r>
            <a:br/>
            <a:r>
              <a:t>- OS: Linux/Windows/macOS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4201636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EF48F57-6B94-4A26-8C50-A6CE0496C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en-US" altLang="en-US" sz="36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altLang="en-US" sz="36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altLang="en-US" sz="40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Expected</a:t>
            </a:r>
            <a:r>
              <a:rPr lang="en-US" altLang="en-US" sz="36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36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Outcome</a:t>
            </a:r>
            <a:r>
              <a:rPr lang="en-US" altLang="en-US" sz="36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E72BC50E-4C64-4AF1-AABB-BFA0C9EFD3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t>- A functional prototype capable of live network monitoring and alert generation.</a:t>
            </a:r>
            <a:br/>
            <a:r>
              <a:t>- A modern, decoupled web architecture demonstrating full-stack security application development.</a:t>
            </a:r>
            <a:br/>
            <a:r>
              <a:t>- Increased visibility into network traffic patterns to aid in basic threat hunting.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27453561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551DC9A-8203-485E-8D81-07F943A9B9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t>[1] RFC 793 - Transmission Control Protocol (TCP)</a:t>
            </a:r>
            <a:br/>
            <a:r>
              <a:t>[2] Scapy Documentation for Packet Manipulation</a:t>
            </a:r>
            <a:br/>
            <a:r>
              <a:t>[3] React and FastAPI Official Documentation</a:t>
            </a:r>
            <a:br/>
            <a:r>
              <a:t>[4] IEEE papers on basic network anomaly detection.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B78867D-D604-48B8-A618-107E75BEE8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[1] RFC 793 - Transmission Control Protocol (TCP)</a:t>
            </a:r>
            <a:br/>
            <a:r>
              <a:t>[2] Scapy Documentation for Packet Manipulation</a:t>
            </a:r>
            <a:br/>
            <a:r>
              <a:t>[3] React and FastAPI Official Documentation</a:t>
            </a:r>
            <a:br/>
            <a:r>
              <a:t>[4] IEEE papers on basic network anomaly detection.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xmlns="" val="2234256939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32</TotalTime>
  <Words>129</Words>
  <Application>Microsoft Office PowerPoint</Application>
  <PresentationFormat>Custom</PresentationFormat>
  <Paragraphs>43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Retrospect</vt:lpstr>
      <vt:lpstr>Indore Institute of Science &amp; Technology</vt:lpstr>
      <vt:lpstr>Outline</vt:lpstr>
      <vt:lpstr> Proposed Area and Topic  </vt:lpstr>
      <vt:lpstr>Introduction</vt:lpstr>
      <vt:lpstr>Objectives</vt:lpstr>
      <vt:lpstr>Proposed Methodology  </vt:lpstr>
      <vt:lpstr>Technical Details  </vt:lpstr>
      <vt:lpstr> Expected Outcome  </vt:lpstr>
      <vt:lpstr>  References 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Indore Institute of Science &amp; Technology</dc:title>
  <dc:creator>IIST</dc:creator>
  <cp:lastModifiedBy>Admin</cp:lastModifiedBy>
  <cp:revision>6</cp:revision>
  <dcterms:created xsi:type="dcterms:W3CDTF">2026-09-21T09:01:15Z</dcterms:created>
  <dcterms:modified xsi:type="dcterms:W3CDTF">2026-10-08T13:18:44Z</dcterms:modified>
</cp:coreProperties>
</file>